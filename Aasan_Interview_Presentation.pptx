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Aasan: Audience-Adaptive Research Communicator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Grounded Slide Generation from Complex PDFs</a:t>
            </a:r>
          </a:p>
          <a:p>
            <a:pPr>
              <a:defRPr sz="1800"/>
            </a:pPr>
            <a:r>
              <a:t>Converts dense research PDFs into audience-specific presentations.</a:t>
            </a:r>
          </a:p>
          <a:p>
            <a:pPr>
              <a:defRPr sz="1800"/>
            </a:pPr>
            <a:r>
              <a:t>Utilizes a robust RAG (Retrieval-Augmented Generation) pipeline.</a:t>
            </a:r>
          </a:p>
          <a:p>
            <a:pPr>
              <a:defRPr sz="1800"/>
            </a:pPr>
            <a:r>
              <a:t>Solves hallucination issues inherent in purely parametric LLMs.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Overcoming Parametric Memory Limits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NeurIPS 2020 Context: Standard LLMs generate answers from fixed weights, leading to hallucinations.</a:t>
            </a:r>
          </a:p>
          <a:p>
            <a:pPr/>
            <a:r>
              <a:t>The RAG Solution: Grounding the LLM with an external memory (retrieved chunks) drastically improves factuality.</a:t>
            </a:r>
          </a:p>
          <a:p>
            <a:pPr/>
            <a:r>
              <a:t>Aasan's Mission: Apply RAG to research papers to strictly enforce citation coverage for every generated claim.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Ingestion: Docling parser processes PDFs, maintaining layout and extracting assets.</a:t>
            </a:r>
          </a:p>
          <a:p>
            <a:pPr/>
            <a:r>
              <a:t>Retrieval: Hybrid Search (pgvector dense + Postgres BM25 sparse).</a:t>
            </a:r>
          </a:p>
          <a:p>
            <a:pPr/>
            <a:r>
              <a:t>Generation: GPT-4.1-mini structured output generation.</a:t>
            </a:r>
          </a:p>
          <a:p>
            <a:pPr/>
            <a:r>
              <a:t>Frontend: React/TypeScript UI for interactive, real-time preview.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Structural Integrity &amp; Math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512-token chunking destroys tables and mathematical formulas.</a:t>
            </a:r>
          </a:p>
          <a:p>
            <a:pPr/>
            <a:r>
              <a:t>We utilize Docling's HybridChunker to respect document layout (paragraphs, lists).</a:t>
            </a:r>
          </a:p>
          <a:p>
            <a:pPr/>
            <a:r>
              <a:t>Crucial Choice: The chunker is configured to *never* split a LaTeX block.</a:t>
            </a:r>
          </a:p>
          <a:p>
            <a:pPr/>
            <a:r>
              <a:t>Result: When generating technical scripts, mathematical integrity is perfectly preserved.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Audience-Adaptive Generation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Evidence Injection: The Prompt Builder dynamically injects top-k chunks into the system prompt.</a:t>
            </a:r>
          </a:p>
          <a:p>
            <a:pPr/>
            <a:r>
              <a:t>Parameterization: The LLM is conditioned on: {audience}, {length}, and {style}.</a:t>
            </a:r>
          </a:p>
          <a:p>
            <a:pPr/>
            <a:r>
              <a:t>JSON-Schema Constraint: Output is strictly coerced into a robust SlideDeck format.</a:t>
            </a:r>
          </a:p>
          <a:p>
            <a:pPr/>
            <a:r>
              <a:t>Grounding Enforcement: Every single bullet point must map directly to a source_chunk_id.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Delta-Anchored Editing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Stateful Conversations: The system tracks immutable artifact versions for every chat thread.</a:t>
            </a:r>
          </a:p>
          <a:p>
            <a:pPr/>
            <a:r>
              <a:t>Delta-Anchoring: When a user says 'Make slide 3 more mathematical', the LLM receives the OLD slide 3 and explicit {change_instructions}.</a:t>
            </a:r>
          </a:p>
          <a:p>
            <a:pPr/>
            <a:r>
              <a:t>Targeted Re-retrieval: The system retrieves chunks containing the LaTeX formulas and injects them into the NEW slide without losing context.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Rigorous Quality &amp; Grounding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Factuality &amp; Citation Coverage (91%): 91% of all generated factual claims successfully map to a verified source chunk.</a:t>
            </a:r>
          </a:p>
          <a:p>
            <a:pPr/>
            <a:r>
              <a:t>Lexical Quality (ROUGE-L): 0.75 (High exact-phrase retention against human expert scripts).</a:t>
            </a:r>
          </a:p>
          <a:p>
            <a:pPr/>
            <a:r>
              <a:t>Semantic Quality (BERTScore): 0.91 (Exceptional semantic parity).</a:t>
            </a:r>
          </a:p>
          <a:p>
            <a:pPr/>
            <a:r>
              <a:t>Human Evaluation: Passed qualitative checks for audience-appropriateness, pacing, and visual layout.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Work: Math-Aware Re-ranker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Problem: Standard vector embeddings (like text-embedding-3-small) fail to capture deep semantics of complex mathematical formulas.</a:t>
            </a:r>
          </a:p>
          <a:p>
            <a:pPr/>
            <a:r>
              <a:t>The Solution: Implement a Math-Aware Re-ranker.</a:t>
            </a:r>
          </a:p>
          <a:p>
            <a:pPr/>
            <a:r>
              <a:t>How it works: When a user prompt requests a methodological breakdown, the retriever artificially boosts the ranking score of chunks containing LaTeX formula objects.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